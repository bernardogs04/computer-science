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3B4CC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MINAS — ICEI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Integrada de Gestão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Agendamento de Monitorias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Otimização do Suporte Acadêmico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DESENVOLVIMENTO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Gabriel de Oliveira Fonseca Saldanha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Martins Takahashi Arruda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Pires de Morais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Victor Miranda Dorneles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do Problema &amp; Alinhamento com 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DAS MONITORIAS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128016" cy="128016"/>
          </a:xfrm>
          <a:prstGeom prst="ellipse">
            <a:avLst/>
          </a:prstGeom>
          <a:solidFill>
            <a:srgbClr val="3B4CC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1671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Fragmentada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9631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informal de grupos no WhatsApp, gerando perda de avisos.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128016" cy="128016"/>
          </a:xfrm>
          <a:prstGeom prst="ellipse">
            <a:avLst/>
          </a:prstGeom>
          <a:solidFill>
            <a:srgbClr val="3B4CC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4015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 Sobrecarga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73075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demanda em épocas de prova sem agendamento prévio.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754880"/>
            <a:ext cx="128016" cy="128016"/>
          </a:xfrm>
          <a:prstGeom prst="ellipse">
            <a:avLst/>
          </a:prstGeom>
          <a:solidFill>
            <a:srgbClr val="3B4CC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6360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Gestão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96519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sem registro de horas e professores sem métricas da turma.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COM ODS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22860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3B4CC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2860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de Qualidade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7432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acesso equitativo às monitorias, oferecendo suporte para redução de retenção e evasão acadêmica.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41148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3B4CC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148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096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Indústria, Inovação e Infraestrutura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5720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 a infraestrutura acadêmica digital, substituindo processos informais por tecnologia unificada.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PUC Minas ICEI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Empírica, Matriz CSD &amp; Stakeholders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6118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QUALITATIVA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Atual: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8716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é o único meio, porém desorganizado.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930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85616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pontuais via chat; explicações complexas no presencial.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9145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084064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divulgação de salas e revisões.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463040"/>
            <a:ext cx="3611880" cy="502920"/>
          </a:xfrm>
          <a:prstGeom prst="rect">
            <a:avLst/>
          </a:prstGeom>
          <a:solidFill>
            <a:srgbClr val="3B4CC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1463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CSD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1945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48716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comunicação atual é falho.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4930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Dúvida: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785616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ao formato 100% remoto vs. presencial.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79145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Suposição: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5084064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obrigatória por e-mail acadêmico.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1463040"/>
            <a:ext cx="3611880" cy="502920"/>
          </a:xfrm>
          <a:prstGeom prst="rect">
            <a:avLst/>
          </a:prstGeom>
          <a:solidFill>
            <a:srgbClr val="556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0" y="1463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21945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Fundamentais: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248716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(atendidos) e Monitores (prestadores).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349300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Importantes: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3785616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regentes e Coordenação.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479145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Influenciadores: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5084064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e Diretoria do ICEI.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PUC Minas ICEI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Mapeamento de Personas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9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97380" y="1691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9738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40180" y="2697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4018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Nathan (19a)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01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da Computação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86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0565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Esforçado, busca manter matérias em dia.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994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8188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rápido e acesso fácil aos avisos.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1266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5321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de horários e atendimento presencial com filas.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9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37860" y="1691640"/>
            <a:ext cx="914400" cy="914400"/>
          </a:xfrm>
          <a:prstGeom prst="ellipse">
            <a:avLst/>
          </a:prstGeom>
          <a:solidFill>
            <a:srgbClr val="3B4CC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3786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5280660" y="2697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8066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063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Mateus (21a)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401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Programação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886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10565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e focado em produtividade.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45994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8188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dúvidas em um canal oficial.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531266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5321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Assédio em redes pessoais e relatório manual de horas.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1463040"/>
            <a:ext cx="3611880" cy="4754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9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78340" y="1691640"/>
            <a:ext cx="914400" cy="914400"/>
          </a:xfrm>
          <a:prstGeom prst="ellipse">
            <a:avLst/>
          </a:prstGeom>
          <a:solidFill>
            <a:srgbClr val="5566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5783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9121140" y="26974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2114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/ TRABALHADOR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3063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João Pedro (20a)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3401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 e Assistente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3886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6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4105656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trabalho, estudo e compromissos.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45994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6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458200" y="48188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e agendamento remoto flexível.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458200" y="5312664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6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Dor: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458200" y="55321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tempo para aguardar em filas na faculdade.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PUC Minas ICEI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de Valor Integrada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4406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PARA O ALUNO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Aliviadas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328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dúvida sobre horários e salas; eliminação de filas em semanas de prova.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Gerados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044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com confirmação prévia e acesso direto aos arquivos de apoio.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83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Entregue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2760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unificado com busca por matéria, avisos automáticos e suporte híbrido.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9632" y="1463040"/>
            <a:ext cx="5440680" cy="548640"/>
          </a:xfrm>
          <a:prstGeom prst="rect">
            <a:avLst/>
          </a:prstGeom>
          <a:solidFill>
            <a:srgbClr val="3B4CC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99632" y="14630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PARA O MONITOR &amp; CURSO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240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Aliviadas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5328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contato em WhatsApp pessoal e do preenchimento burocrático de relatórios.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36118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Gerados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9044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organizada e lista prévia das dúvidas cadastradas pelos alunos.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49834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Entregue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5276088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gestão para monitores e relatórios de presença automatizados para a coordenação.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PUC Minas ICEI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Histórias de Usuário (User Stories)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28016" cy="14173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DOS ALUNOS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aluno, quero agendar monitorias com antecedência para evitar filas presenciais.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aluno, quero enviar dúvidas por mensagem ao monitor para resolver questões rápidas.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28016" cy="1417320"/>
          </a:xfrm>
          <a:prstGeom prst="roundRect">
            <a:avLst/>
          </a:prstGeom>
          <a:solidFill>
            <a:srgbClr val="3B4C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108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DOS MONITORES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monitor, quero cadastrar minha grade semanal para dar transparência à minha disponibilidade.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monitor, quero registrar a presença dos alunos e gerar relatório automático para comprovação de horas.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28016" cy="1417320"/>
          </a:xfrm>
          <a:prstGeom prst="roundRect">
            <a:avLst/>
          </a:prstGeom>
          <a:solidFill>
            <a:srgbClr val="556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709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56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DOS PROFESSORES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749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professor, quero vincular os monitores à disciplina para acompanhar formalmente a atuação da turma.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professor, quero solicitar tópicos específicos para aulas de revisão alinhadas com as provas.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PUC Minas ICEI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Especificação de Requisitos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(RF)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756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Direto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500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internas entre aluno e monitor.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9535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Informação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00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Exibição de horários, salas e matérias.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80390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8039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776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Centralização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0507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unificado de arquivos de apoio.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65429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6542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6268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Multicanal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9011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e avisos por e-mail oficial.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5046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504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4772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Perfil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7515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individual com controle de presença.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9632" y="146304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16002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 FUNCIONAIS (RNF)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73952" y="2103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4CC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73952" y="2103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342632" y="20756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342632" y="23500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otimizada para mobile e desktop.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73952" y="29535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4CC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73952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342632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342632" y="3200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contínua do sistema (24/7).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73952" y="380390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4CC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73952" y="38039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7342632" y="3776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342632" y="40507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instantânea de agendamentos.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73952" y="465429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4CC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73952" y="46542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342632" y="46268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Segura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342632" y="490118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via e-mail acadêmico PUC Minas.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3952" y="55046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4CC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73952" y="5504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RNF-06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342632" y="54772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7342632" y="57515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upload de materiais por matéria.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PUC Minas ICEI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de Requisitos (MoSCoW)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OBRIGATÓRIOS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(MUST HAVE)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28600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803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Essenciais: Agenda de horários, Chat direto aluno-monitor, Responsividade e Tempo Real.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3B4CC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(SHOULD HAVE)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2651760"/>
            <a:ext cx="228600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8803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Relevantes: Repositório central de materiais e Disparo de avisos multicanais.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556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DESEJÁVEIS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(COULD HAVE)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2651760"/>
            <a:ext cx="228600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8803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Complementares: Anexos temporários no chat e Validação integrada de perfil.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8C97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354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OPCIONAIS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(WOULD HAVE)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35440" y="2651760"/>
            <a:ext cx="228600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0" y="28803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Futuros: Divulgação ampliada em redes e Relatórios avançados de engajamento.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PUC Minas ICEI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Releases (User Story Map)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48840" y="2377440"/>
            <a:ext cx="7909560" cy="0"/>
          </a:xfrm>
          <a:prstGeom prst="line">
            <a:avLst/>
          </a:prstGeom>
          <a:noFill/>
          <a:ln w="38100">
            <a:solidFill>
              <a:srgbClr val="D6DC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2057400"/>
            <a:ext cx="640080" cy="6400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108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— MÍNIMO PRODUTO VIÁVEL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perfis, consulta de horários e salas, download de materiais e relatório automático de horas.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83580" y="2057400"/>
            <a:ext cx="640080" cy="640080"/>
          </a:xfrm>
          <a:prstGeom prst="ellipse">
            <a:avLst/>
          </a:prstGeom>
          <a:solidFill>
            <a:srgbClr val="3B4CC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835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49140" y="292608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6300" y="3108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4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86300" y="3383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EXPANSÃO E ENGAJAMENTO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86300" y="41148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individual com o monitor, notificações multicanais e repositório organizado em pastas.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738360" y="2057400"/>
            <a:ext cx="640080" cy="640080"/>
          </a:xfrm>
          <a:prstGeom prst="ellipse">
            <a:avLst/>
          </a:prstGeom>
          <a:solidFill>
            <a:srgbClr val="5566E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383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03920" y="2926080"/>
            <a:ext cx="3108960" cy="3200400"/>
          </a:xfrm>
          <a:prstGeom prst="roundRect">
            <a:avLst>
              <a:gd name="adj" fmla="val 2353"/>
            </a:avLst>
          </a:prstGeom>
          <a:solidFill>
            <a:srgbClr val="F4F6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41080" y="3108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6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3383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REFINAMENTO E ANALYTICS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411480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em tempo real, painel de métricas para o professor e envio de anexos/prints.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Interdisciplinar 2 — PUC Minas ICEI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3B4CC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&amp; PRÓXIMOS PASSOS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Transformando as Monitorias na PUC Minas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2630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35915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249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filas presenciais, fim do assédio em redes pessoais e fácil acesso aos materiais de estudo.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2630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7764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de Gestão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14223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na comprovação de horas do monitor e visão clara do engajamento para os professores.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02920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2630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19379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55955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Prototipagem funcional do MPV (Release 1) e validação em turmas piloto do ICEI.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2026-09-17T17:43:10Z</dcterms:created>
  <dcterms:modified xsi:type="dcterms:W3CDTF">2026-09-17T17:43:10Z</dcterms:modified>
</cp:coreProperties>
</file>